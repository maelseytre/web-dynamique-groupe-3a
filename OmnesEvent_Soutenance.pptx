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37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93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OmnesEvent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événementielle Omnes Education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41148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· MySQL · JavaScript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— Mai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960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03504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35040" y="22128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PHP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1645920"/>
            <a:ext cx="960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2" name="Text 10"/>
          <p:cNvSpPr/>
          <p:nvPr/>
        </p:nvSpPr>
        <p:spPr>
          <a:xfrm>
            <a:off x="713232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0" y="22128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960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0" y="22128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044952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45352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authentification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9320" y="342900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45352" y="34015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événements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81304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45352" y="37856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&amp; billets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9320" y="4197096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45352" y="41696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organisateur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89320" y="458114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245352" y="4553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d'administration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Vue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(style.css) + JS vanilla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50876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172968" y="139903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560320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Contrôleur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pages + includes/bootstrap.php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50876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07608" y="139903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56032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Données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via PDO (requêtes préparées)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clés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6400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1792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bootstrap.php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3172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BDD, session, helpers globaux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78892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337560" y="2788920"/>
            <a:ext cx="6400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502152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2152" y="3172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+ filtres événements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78892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217920" y="2788920"/>
            <a:ext cx="6400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382512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connexion.php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82512" y="3172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+ redirection par rôle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6400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21792" y="3794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admin.php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" y="4133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 &amp; événements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37490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337560" y="3749040"/>
            <a:ext cx="6400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502152" y="3794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tableau-de-bord.php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02152" y="4133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organisateur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7490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217920" y="3749040"/>
            <a:ext cx="6400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382512" y="3794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evenement-detail.php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82512" y="4133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+ logique de réservation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rôles utilisateur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7432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active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" y="23500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40664" y="22860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sur la plateforme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825496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40664" y="276148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les événements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" y="3300984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40664" y="32369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des places (max 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77647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40664" y="3712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Annuler une réservation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" y="425196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40664" y="41879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ses billets &amp; codes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46120" y="868680"/>
            <a:ext cx="27432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46120" y="868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Organisateur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429000" y="182880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4290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pending → active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47288" y="23500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66744" y="22860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&amp; publier des événements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47288" y="282549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66744" y="276148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capacité, tarif, affiche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47288" y="330098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666744" y="32369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la liste d'attente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47288" y="3776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66744" y="3712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la liste des inscrits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47288" y="42519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666744" y="41879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présences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172200" y="868680"/>
            <a:ext cx="27432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172200" y="868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355080" y="182880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35508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active (permanent)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73368" y="235000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592824" y="22860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/ refuser organisateurs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73368" y="282549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592824" y="276148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Suspendre ou supprimer comptes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73368" y="3300984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592824" y="32369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n'importe quel événement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73368" y="377647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592824" y="3712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panneau admin.php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73368" y="425196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592824" y="41879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toutes les statistiques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organisateur — de l'inscription à l'événement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7589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22960" cy="82296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9077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organisateur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pending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150876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2402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5740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9077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status = active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1508760"/>
            <a:ext cx="822960" cy="8229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9319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événement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3320" y="29077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creer-evenement.php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ou publié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1508760"/>
            <a:ext cx="822960" cy="8229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62356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9077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s'inscrivent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/ waitlist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50876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31520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3232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9077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tableau-de-bord.php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présences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102412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64008" cy="10241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58368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users : champ status (pending / active / suspended)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events : champ status (draft / published)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reservations : champ status (confirmed / waitlist / cancelled)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réservation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(evenement-detail.php)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$nbPlaces = max(1, min(3, ...));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$placesPrises = compter_reservations();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(places_prises + nb_places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76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&lt;= capacite)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$statut = 'confirmed';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52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(waitlist_enabled) 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$statut = 'waitlist';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465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événement complet, erreur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4632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3990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sécurisée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billet généré : OE-2026-XXXX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663440" y="205740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2121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496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activée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upgradé si annulation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63440" y="3154680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46320" y="3218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593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waitlist_enabled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d'erreur flash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251960"/>
            <a:ext cx="420624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00600" y="427939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Contrainte UNIQUE(event_id, user_id) sur la table reservations → PDOException si doublon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411</Words>
  <Application>Microsoft Office PowerPoint</Application>
  <PresentationFormat>Affichage à l'écran (16:9)</PresentationFormat>
  <Paragraphs>109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OmnesEvent - Soutenance</dc:title>
  <dc:subject>PptxGenJS Presentation</dc:subject>
  <dc:creator>PptxGenJS</dc:creator>
  <cp:lastModifiedBy>Mael SEYTRE</cp:lastModifiedBy>
  <cp:revision>2</cp:revision>
  <dcterms:created xsi:type="dcterms:W3CDTF">2026-05-19T13:57:13Z</dcterms:created>
  <dcterms:modified xsi:type="dcterms:W3CDTF">2026-05-20T12:37:11Z</dcterms:modified>
</cp:coreProperties>
</file>